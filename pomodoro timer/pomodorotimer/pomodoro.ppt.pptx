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0" tIns="0" rIns="0" bIns="0" anchor="ctr"/>
          <a:lstStyle/>
          <a:p>
            <a:pPr/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1.tif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2.tif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.tif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54;p13"/>
          <p:cNvSpPr txBox="1"/>
          <p:nvPr>
            <p:ph type="subTitle" sz="quarter" idx="1"/>
          </p:nvPr>
        </p:nvSpPr>
        <p:spPr>
          <a:xfrm>
            <a:off x="479835" y="2911726"/>
            <a:ext cx="8520601" cy="792601"/>
          </a:xfrm>
          <a:prstGeom prst="rect">
            <a:avLst/>
          </a:prstGeom>
          <a:effectLst>
            <a:outerShdw sx="100000" sy="100000" kx="0" ky="0" algn="b" rotWithShape="0" blurRad="50800" dist="63500" dir="2700000">
              <a:srgbClr val="000000">
                <a:alpha val="50000"/>
              </a:srgbClr>
            </a:outerShdw>
          </a:effectLst>
        </p:spPr>
        <p:txBody>
          <a:bodyPr/>
          <a:lstStyle/>
          <a:p>
            <a:pPr marL="0" indent="0" defTabSz="502920">
              <a:defRPr b="1" sz="1705">
                <a:solidFill>
                  <a:srgbClr val="FFFFFF"/>
                </a:solidFill>
              </a:defRPr>
            </a:pPr>
            <a:r>
              <a:t>pomodoro timer</a:t>
            </a:r>
          </a:p>
          <a:p>
            <a:pPr marL="0" indent="0" defTabSz="502920">
              <a:defRPr b="1" sz="1210">
                <a:solidFill>
                  <a:srgbClr val="FFFFFF"/>
                </a:solidFill>
              </a:defRPr>
            </a:pPr>
            <a:r>
              <a:t>By group 3</a:t>
            </a:r>
          </a:p>
        </p:txBody>
      </p:sp>
      <p:pic>
        <p:nvPicPr>
          <p:cNvPr id="110" name="download.pngGoogle Shape;55;p13" descr="download.pngGoogle Shape;55;p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62237" y="1019951"/>
            <a:ext cx="3819526" cy="12001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60;p14"/>
          <p:cNvSpPr txBox="1"/>
          <p:nvPr>
            <p:ph type="title"/>
          </p:nvPr>
        </p:nvSpPr>
        <p:spPr>
          <a:xfrm>
            <a:off x="1295" y="354490"/>
            <a:ext cx="8520601" cy="572701"/>
          </a:xfrm>
          <a:prstGeom prst="rect">
            <a:avLst/>
          </a:prstGeom>
        </p:spPr>
        <p:txBody>
          <a:bodyPr/>
          <a:lstStyle>
            <a:lvl1pPr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sz="2531">
                <a:solidFill>
                  <a:srgbClr val="7C110F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113" name="Google Shape;61;p14"/>
          <p:cNvSpPr txBox="1"/>
          <p:nvPr>
            <p:ph type="body" idx="1"/>
          </p:nvPr>
        </p:nvSpPr>
        <p:spPr>
          <a:xfrm>
            <a:off x="65963" y="1178342"/>
            <a:ext cx="5567413" cy="3416401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Effective time management is crucial for academic and professional productivity.</a:t>
            </a: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Students often struggle with maintaining focus and avoiding distractions during study sessions.</a:t>
            </a: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The Pomodoro Technique addresses this by structuring work into focused intervals, typically 25 minutes, followed by short</a:t>
            </a: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breaks.</a:t>
            </a: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5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This project showcases a functional Pomodoro Timer, developed using core JavaScript principles, to aid in focused work.</a:t>
            </a:r>
          </a:p>
        </p:txBody>
      </p:sp>
      <p:pic>
        <p:nvPicPr>
          <p:cNvPr id="114" name="images.jpegGoogle Shape;62;p14" descr="images.jpegGoogle Shape;62;p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14199" y="4125774"/>
            <a:ext cx="918101" cy="918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85695" y="1533789"/>
            <a:ext cx="3296148" cy="22569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67;p15"/>
          <p:cNvSpPr txBox="1"/>
          <p:nvPr>
            <p:ph type="title"/>
          </p:nvPr>
        </p:nvSpPr>
        <p:spPr>
          <a:xfrm>
            <a:off x="-33207" y="233899"/>
            <a:ext cx="8520601" cy="572701"/>
          </a:xfrm>
          <a:prstGeom prst="rect">
            <a:avLst/>
          </a:prstGeom>
        </p:spPr>
        <p:txBody>
          <a:bodyPr/>
          <a:lstStyle>
            <a:lvl1pPr>
              <a:tabLst>
                <a:tab pos="330200" algn="l"/>
                <a:tab pos="660400" algn="l"/>
                <a:tab pos="990600" algn="l"/>
                <a:tab pos="1320800" algn="l"/>
                <a:tab pos="1651000" algn="l"/>
                <a:tab pos="1981200" algn="l"/>
                <a:tab pos="2311400" algn="l"/>
                <a:tab pos="2641600" algn="l"/>
                <a:tab pos="2971800" algn="l"/>
                <a:tab pos="3302000" algn="l"/>
                <a:tab pos="3632200" algn="l"/>
                <a:tab pos="3962400" algn="l"/>
              </a:tabLst>
              <a:defRPr sz="2511">
                <a:solidFill>
                  <a:srgbClr val="7C0700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Technologies Used</a:t>
            </a:r>
          </a:p>
        </p:txBody>
      </p:sp>
      <p:sp>
        <p:nvSpPr>
          <p:cNvPr id="118" name="Google Shape;68;p15"/>
          <p:cNvSpPr txBox="1"/>
          <p:nvPr>
            <p:ph type="body" idx="1"/>
          </p:nvPr>
        </p:nvSpPr>
        <p:spPr>
          <a:xfrm>
            <a:off x="-24572" y="1177432"/>
            <a:ext cx="4906692" cy="3867660"/>
          </a:xfrm>
          <a:prstGeom prst="rect">
            <a:avLst/>
          </a:prstGeom>
        </p:spPr>
        <p:txBody>
          <a:bodyPr/>
          <a:lstStyle/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700">
                <a:solidFill>
                  <a:srgbClr val="711C7C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To develop a robust countdown timer mechanism.</a:t>
            </a: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To implement JavaScript's timing functions (setTimeout, setInterval) effectively.</a:t>
            </a: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To demonstrate proficiency in Document Object Model (DOM) manipulation for dynamic web content.</a:t>
            </a: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To create an intuitive user interface for enhanced </a:t>
            </a:r>
          </a:p>
          <a:p>
            <a:pPr marL="0" indent="0" defTabSz="12700">
              <a:lnSpc>
                <a:spcPct val="100000"/>
              </a:lnSpc>
              <a:buClrTx/>
              <a:buSzTx/>
              <a:buFontTx/>
              <a:buNone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6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 user experience.</a:t>
            </a:r>
          </a:p>
        </p:txBody>
      </p:sp>
      <p:pic>
        <p:nvPicPr>
          <p:cNvPr id="119" name="images.jpegGoogle Shape;69;p15" descr="images.jpegGoogle Shape;69;p1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513916" y="4549906"/>
            <a:ext cx="540710" cy="540710"/>
          </a:xfrm>
          <a:prstGeom prst="rect">
            <a:avLst/>
          </a:prstGeom>
          <a:ln w="12700">
            <a:miter lim="400000"/>
          </a:ln>
        </p:spPr>
      </p:pic>
      <p:sp>
        <p:nvSpPr>
          <p:cNvPr id="120" name="Objective"/>
          <p:cNvSpPr txBox="1"/>
          <p:nvPr/>
        </p:nvSpPr>
        <p:spPr>
          <a:xfrm>
            <a:off x="56045" y="1006518"/>
            <a:ext cx="178819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700">
                <a:solidFill>
                  <a:srgbClr val="64008D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Objective</a:t>
            </a:r>
          </a:p>
        </p:txBody>
      </p:sp>
      <p:pic>
        <p:nvPicPr>
          <p:cNvPr id="12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19837" y="379739"/>
            <a:ext cx="4373515" cy="2975732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HTML: Provides the fundamental structure and content of the web page.…"/>
          <p:cNvSpPr txBox="1"/>
          <p:nvPr/>
        </p:nvSpPr>
        <p:spPr>
          <a:xfrm>
            <a:off x="5007273" y="3448914"/>
            <a:ext cx="3798643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3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b="1"/>
              <a:t>HTML</a:t>
            </a:r>
            <a:r>
              <a:t>: Provides the fundamental structure and content of the web page.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3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b="1"/>
              <a:t>CSS</a:t>
            </a:r>
            <a:r>
              <a:t>: Styles the interface, ensuring a clean, professional, and readable layout.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3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rPr b="1"/>
              <a:t>JavaScript: </a:t>
            </a:r>
            <a:r>
              <a:t>Powers the core timer logic, user </a:t>
            </a:r>
            <a:r>
              <a:rPr b="1"/>
              <a:t>i</a:t>
            </a:r>
            <a:r>
              <a:t>nteractions, and dynamic updates.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wipe(left)" transition="out">
                                      <p:cBhvr>
                                        <p:cTn id="6" dur="1000" fill="hold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7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roject Working"/>
          <p:cNvSpPr txBox="1"/>
          <p:nvPr/>
        </p:nvSpPr>
        <p:spPr>
          <a:xfrm>
            <a:off x="50790" y="279879"/>
            <a:ext cx="3030237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3375">
                <a:solidFill>
                  <a:srgbClr val="32156B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r>
              <a:t>Project Working</a:t>
            </a:r>
          </a:p>
        </p:txBody>
      </p:sp>
      <p:sp>
        <p:nvSpPr>
          <p:cNvPr id="125" name="The user initiates the Pomodoro cycle by selecting a preferred work duration (e.g., 15, 25, or 45 minutes). The timer then…"/>
          <p:cNvSpPr txBox="1"/>
          <p:nvPr/>
        </p:nvSpPr>
        <p:spPr>
          <a:xfrm>
            <a:off x="125392" y="4019993"/>
            <a:ext cx="8764201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3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The user initiates the Pomodoro cycle by selecting a preferred work duration (e.g., 15, 25, or 45 minutes). The timer then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3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commences, visually indicated by a dynamic progress bar that reflects the remaining time. Upon completion of the focused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350">
                <a:solidFill>
                  <a:srgbClr val="3D3E43"/>
                </a:solidFill>
                <a:latin typeface="+mn-lt"/>
                <a:ea typeface="+mn-ea"/>
                <a:cs typeface="+mn-cs"/>
                <a:sym typeface="Helvetica"/>
              </a:defRPr>
            </a:pPr>
            <a:r>
              <a:t>interval, a distinct notification and an audible alert signal the end of the session, prompting the user for a break.</a:t>
            </a:r>
          </a:p>
        </p:txBody>
      </p:sp>
      <p:pic>
        <p:nvPicPr>
          <p:cNvPr id="12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1203944"/>
            <a:ext cx="9144001" cy="27383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74;p16"/>
          <p:cNvSpPr txBox="1"/>
          <p:nvPr>
            <p:ph type="subTitle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0" indent="0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Thank You</a:t>
            </a:r>
          </a:p>
        </p:txBody>
      </p:sp>
      <p:pic>
        <p:nvPicPr>
          <p:cNvPr id="129" name="download.pngGoogle Shape;75;p16" descr="download.pngGoogle Shape;75;p1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62238" y="942350"/>
            <a:ext cx="3819526" cy="12001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